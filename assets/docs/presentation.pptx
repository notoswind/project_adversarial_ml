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27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Итеративный состязательный атакователь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ML-модели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7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через состязательное обучение (adversarial training)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solidFill>
            <a:srgbClr val="E4572E"/>
          </a:solidFill>
          <a:ln/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15568" y="4069080"/>
            <a:ext cx="457200" cy="457200"/>
          </a:xfrm>
          <a:prstGeom prst="rect">
            <a:avLst/>
          </a:prstGeom>
          <a:solidFill>
            <a:srgbClr val="1FA971"/>
          </a:solidFill>
          <a:ln/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69164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 ↔  защита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деятельность · Прикладная математика и информатика · 2026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Забелин Владислав Константинович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Проблема: состязательные примеры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Глубокие нейросети уязвимы: крошечное, незаметное глазу возмущение входа заставляет модель ошибаться с высокой уверенностью.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28016" cy="2468880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Незаметно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Возмущение ‖δ‖∞ ≤ ε визуально неотличимо от оригинала.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1104" y="22860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261104" y="2286000"/>
            <a:ext cx="128016" cy="246888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581144" y="2606040"/>
            <a:ext cx="566928" cy="566928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58114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81144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Опасно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81144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Угроза для распознавания знаков, биометрии, медицины.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3568" y="22860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973568" y="2286000"/>
            <a:ext cx="128016" cy="2468880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8293608" y="2606040"/>
            <a:ext cx="566928" cy="566928"/>
          </a:xfrm>
          <a:prstGeom prst="ellipse">
            <a:avLst/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829360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93608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Универсально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93608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Уязвимы практически все глубокие модели.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0E1E40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итеративный «атакователь» ML-модели и показать эффективность состязательного обучения как защиты за 10 итераций цикла «атака — защита».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2057400"/>
            <a:ext cx="6336792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базовую CNN на MNIST;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атакователь на ART (FGSM, PGD);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защиту — состязательное обучение;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оркестрировать цикл на 10 итераций с метриками;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визуализировать результаты;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экспортировать устойчивую модель в ONNX.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состязательный пример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пример</a:t>
            </a: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вход x' = x + δ, визуально неотличимый от исходного (‖δ‖∞ ≤ ε), но классифицируемый моделью неверно.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36876" y="30175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436876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436876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8556" y="3017520"/>
            <a:ext cx="640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088636" y="30175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88636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88636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возмущение (шум)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00316" y="3017520"/>
            <a:ext cx="640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7740396" y="30175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740396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x′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7740396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обман модели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(Goodfellow, 2014): сдвиг входа на ε вдоль знака градиента ∇ₓ J(θ, x, y).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Атаки из ART: FGSM и PGD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166360" cy="640080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FGSM — одношаговая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x + ε·sign(∇ₓ J)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шаг по градиенту;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быстрая, но относительно слабая;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для понимания атак.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89320" y="146304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5989320" y="1463040"/>
            <a:ext cx="5166360" cy="640080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263640" y="1463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PGD — итеративная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xᵗ⁺¹ = Proj(xᵗ + α·sign(∇ₓ J))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шагов с проекцией на ε-окрестность;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«сильнейшая атака первого порядка»;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для оценки устойчивости.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Защита: состязательное обучение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Состязательное обучение</a:t>
            </a:r>
            <a:r>
              <a:rPr lang="en-US" sz="17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(Madry, 2017) — дообучение модели на состязательных примерах. Минимаксная задача: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0E1E40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min_θ  E(x,y) [ max(‖δ‖∞ ≤ ε)  J(θ, x + δ, y) 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474720" cy="109728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Внутренний max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приближается атакой PGD — ищем худшее возмущение.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1104" y="3657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261104" y="3657600"/>
            <a:ext cx="3474720" cy="109728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35424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Внешний 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35424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шаг оптимизации — учим модель не поддаваться.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73568" y="36576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7973568" y="3657600"/>
            <a:ext cx="3474720" cy="10972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247888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Ключевая деталь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7888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генерируются заново для каждого батча (см. слайд 12).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и модель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— MNIST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изображений рукописных цифр 28×28;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градации серого, значения в [0, 1];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 — обучение, 10 000 — тест;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средствами ART (load_mnist).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146304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2636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— CNN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35508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1×28×28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852928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355080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32 + ReLU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419856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355080" y="34198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3×3, 64 + ReLU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98678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355080" y="39867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 + Dropout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553712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355080" y="4553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128 + ReLU + Dropout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512064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35508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10 (логиты)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5669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точность ≈ 98.8 %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Итеративный цикл «атака ↔ защита»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468880" cy="109728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(.pt)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 как файл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685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703320" y="201168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3703320" y="2011680"/>
            <a:ext cx="2743200" cy="109728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886200" y="2331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Атака PGD (ART)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8620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↓ (до 2 %)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685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C6A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7132320" y="201168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7132320" y="2011680"/>
            <a:ext cx="3063240" cy="109728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315200" y="23317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Состязательное обучение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0" y="3063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↑ (до 92 %)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0E1E40"/>
          </a:solidFill>
          <a:ln/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Повторяется 10 итераций.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— фиксированной атакой PGD. Устойчивость растёт </a:t>
            </a:r>
            <a:r>
              <a:rPr lang="en-US" sz="16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 → 92 %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 модели: PyTorch .pt (pickle) на входе · экспорт устойчивой модели в ONNX.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Результаты: динамика по итерациям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B2E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98.8 %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чистом тесте (стабильна)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45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2.0 %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8587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под PGD у базовой модели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FA9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92.3 %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5321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под PGD после 10 итераций защиты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48072" y="1536192"/>
            <a:ext cx="61264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3" name="Image 0" descr="C:\Users\Kaiba\Desktop\study\project_attack_llm\results\figures\accurac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00200"/>
            <a:ext cx="5998464" cy="3749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12080" y="5394960"/>
            <a:ext cx="5998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 итерациям: атака ↔ защита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Результаты: одно возмущение — два исхода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PGD-возмущение обманывает базовую модель (красное), но не устойчивую (зелёное).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11096" y="1719072"/>
            <a:ext cx="836584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8" name="Image 0" descr="C:\Users\Kaiba\Desktop\study\project_attack_llm\results\figures\adv_examples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1783080"/>
            <a:ext cx="82378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Результаты: устойчивость и успех атаки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1673352"/>
            <a:ext cx="5102352" cy="3236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C:\Users\Kaiba\Desktop\study\project_attack_llm\results\figures\epsil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4974336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892040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от силы атаки 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36792" y="1673352"/>
            <a:ext cx="5102352" cy="3236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0" name="Image 1" descr="C:\Users\Kaiba\Desktop\study\project_attack_llm\results\figures\attack_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37360"/>
            <a:ext cx="4974336" cy="3108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4892040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 атаки PGD по итерациям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Устойчивая модель превосходит базовую при всех ε; успех атаки PGD упал с </a:t>
            </a:r>
            <a:r>
              <a:rPr lang="en-US" sz="15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 до 8 %</a:t>
            </a: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Важная находка: адаптивность атаки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защиты определяется не фактом обучения «на adversarial-данных», а адаптивностью атаки при обучении.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166360" cy="640080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Генерация 1× за итерацию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строится по фиксированной подвыборке;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«запоминает» возмущения;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робастность не растёт (≈ 1–12 %).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37667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  <a:effectLst>
            <a:outerShdw blurRad="114300" dist="38100" dir="5400000" algn="bl" rotWithShape="0">
              <a:srgbClr val="0A143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376672" cy="640080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Генерация per-batch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строится заново для каждого батча;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 текущих весов модели;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робастность растёт: 2 % → 80 % → 92 %.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25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Состязательный атакователь ML-модели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PGD снижает точность базовой модели с 98.8 % до 2.0 % (успех 98 %);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состязательное обучение за 10 итераций поднимает устойчивость к PGD до 92.3 %;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чистых данных при этом сохраняется (~98.7 %);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устойчивая модель превосходит базовую при всех значениях ε;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модель экспортирована в ONNX (расхождение с PyTorch ~10⁻⁵);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к работающей защите — адаптивная (per-batch) генерация примеров.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54864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A8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Вопросы?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Итеративный состязательный атакователь ML-модели · ART · adversarial training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Microsoft Office PowerPoint</Application>
  <PresentationFormat>Произвольный</PresentationFormat>
  <Paragraphs>155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Итеративный состязательный атакователь ML-модели</dc:title>
  <dc:subject>PptxGenJS Presentation</dc:subject>
  <dc:creator>Проектная деятельность</dc:creator>
  <cp:lastModifiedBy>Kaiba</cp:lastModifiedBy>
  <cp:revision>2</cp:revision>
  <dcterms:created xsi:type="dcterms:W3CDTF">2026-06-04T01:01:26Z</dcterms:created>
  <dcterms:modified xsi:type="dcterms:W3CDTF">2026-06-05T09:57:51Z</dcterms:modified>
</cp:coreProperties>
</file>